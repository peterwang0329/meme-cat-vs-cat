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4FDB48-CFF3-4B94-815E-B2848A176B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9755092" cy="3329581"/>
          </a:xfrm>
        </p:spPr>
        <p:txBody>
          <a:bodyPr/>
          <a:lstStyle/>
          <a:p>
            <a:r>
              <a:rPr lang="zh-TW" altLang="en-US" dirty="0"/>
              <a:t>遊戲設計期中遊戲說明</a:t>
            </a:r>
            <a:br>
              <a:rPr lang="en-US" altLang="zh-TW" dirty="0"/>
            </a:br>
            <a:r>
              <a:rPr lang="zh-TW" altLang="en-US" sz="4800" dirty="0"/>
              <a:t>遊戲名</a:t>
            </a:r>
            <a:r>
              <a:rPr lang="en-US" altLang="zh-TW" sz="4800" dirty="0"/>
              <a:t>:</a:t>
            </a:r>
            <a:r>
              <a:rPr lang="zh-TW" altLang="en-US" sz="4800" dirty="0"/>
              <a:t> </a:t>
            </a:r>
            <a:r>
              <a:rPr lang="en-US" altLang="zh-TW" sz="4800">
                <a:latin typeface="Arial Rounded MT Bold" panose="020F0704030504030204" pitchFamily="34" charset="0"/>
              </a:rPr>
              <a:t>Ouo</a:t>
            </a:r>
            <a:r>
              <a:rPr lang="zh-TW" altLang="en-US" sz="4800">
                <a:latin typeface="Arial Rounded MT Bold" panose="020F0704030504030204" pitchFamily="34" charset="0"/>
              </a:rPr>
              <a:t>大戰</a:t>
            </a:r>
            <a:r>
              <a:rPr lang="zh-TW" altLang="en-US" sz="4800" dirty="0">
                <a:latin typeface="Arial Rounded MT Bold" panose="020F0704030504030204" pitchFamily="34" charset="0"/>
              </a:rPr>
              <a:t>貓咪</a:t>
            </a:r>
            <a:endParaRPr lang="zh-TW" altLang="en-US" dirty="0">
              <a:latin typeface="Arial Rounded MT Bold" panose="020F0704030504030204" pitchFamily="34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837C98-3CDF-4E7D-9D3A-5F22864DA1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資工二 </a:t>
            </a:r>
            <a:r>
              <a:rPr lang="en-US" altLang="zh-TW" dirty="0"/>
              <a:t>111210513</a:t>
            </a:r>
            <a:r>
              <a:rPr lang="zh-TW" altLang="en-US" dirty="0"/>
              <a:t> 汪章貴</a:t>
            </a:r>
          </a:p>
        </p:txBody>
      </p:sp>
    </p:spTree>
    <p:extLst>
      <p:ext uri="{BB962C8B-B14F-4D97-AF65-F5344CB8AC3E}">
        <p14:creationId xmlns:p14="http://schemas.microsoft.com/office/powerpoint/2010/main" val="3489186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47E8E5-AB22-4851-BF7D-B56A2B92E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遊戲說明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F7BF6E7D-1211-4234-999F-60AFEAAD5B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3754" y="1853248"/>
            <a:ext cx="7784542" cy="4195762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3030CA87-483A-4193-BD37-731B1602DF20}"/>
              </a:ext>
            </a:extLst>
          </p:cNvPr>
          <p:cNvSpPr txBox="1"/>
          <p:nvPr/>
        </p:nvSpPr>
        <p:spPr>
          <a:xfrm>
            <a:off x="646111" y="1358604"/>
            <a:ext cx="7040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可點擊齒輪按鈕開啟說明 且每次開起遊戲 點擊</a:t>
            </a:r>
            <a:r>
              <a:rPr lang="en-US" altLang="zh-TW" dirty="0"/>
              <a:t>”Start”</a:t>
            </a:r>
            <a:r>
              <a:rPr lang="zh-TW" altLang="en-US" dirty="0"/>
              <a:t>顯示</a:t>
            </a:r>
            <a:r>
              <a:rPr lang="en-US" altLang="zh-TW" dirty="0"/>
              <a:t>(</a:t>
            </a:r>
            <a:r>
              <a:rPr lang="zh-TW" altLang="en-US" dirty="0"/>
              <a:t>僅一次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246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FC8E80-6C5E-457D-B02C-5D0662359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10E4516-DD5E-46BD-839E-1825DDB36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66" y="1542392"/>
            <a:ext cx="9716856" cy="470600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3B48E3E-C4A8-4FB4-97C5-64EDCAEC2741}"/>
              </a:ext>
            </a:extLst>
          </p:cNvPr>
          <p:cNvSpPr/>
          <p:nvPr/>
        </p:nvSpPr>
        <p:spPr>
          <a:xfrm>
            <a:off x="6624918" y="5181600"/>
            <a:ext cx="5029198" cy="2420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600" b="1" dirty="0">
                <a:solidFill>
                  <a:schemeClr val="bg1"/>
                </a:solidFill>
              </a:rPr>
              <a:t>無敵護盾</a:t>
            </a:r>
            <a:r>
              <a:rPr lang="en-US" altLang="zh-TW" sz="1600" b="1" dirty="0">
                <a:solidFill>
                  <a:schemeClr val="bg1"/>
                </a:solidFill>
              </a:rPr>
              <a:t>:</a:t>
            </a:r>
            <a:r>
              <a:rPr lang="zh-TW" altLang="en-US" sz="1600" b="1" dirty="0">
                <a:solidFill>
                  <a:schemeClr val="bg1"/>
                </a:solidFill>
              </a:rPr>
              <a:t> 頭頂金盾 時間內無法被攻擊 持續</a:t>
            </a:r>
            <a:r>
              <a:rPr lang="en-US" altLang="zh-TW" sz="1600" b="1" dirty="0">
                <a:solidFill>
                  <a:schemeClr val="bg1"/>
                </a:solidFill>
              </a:rPr>
              <a:t>5</a:t>
            </a:r>
            <a:r>
              <a:rPr lang="zh-TW" altLang="en-US" sz="1600" b="1" dirty="0">
                <a:solidFill>
                  <a:schemeClr val="bg1"/>
                </a:solidFill>
              </a:rPr>
              <a:t>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BB9C61-53DE-476D-86A1-3C86AE6FC05D}"/>
              </a:ext>
            </a:extLst>
          </p:cNvPr>
          <p:cNvSpPr/>
          <p:nvPr/>
        </p:nvSpPr>
        <p:spPr>
          <a:xfrm>
            <a:off x="6624918" y="5423647"/>
            <a:ext cx="5029198" cy="2420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600" b="1" dirty="0">
                <a:solidFill>
                  <a:schemeClr val="bg1"/>
                </a:solidFill>
              </a:rPr>
              <a:t>三叉攻擊</a:t>
            </a:r>
            <a:r>
              <a:rPr lang="en-US" altLang="zh-TW" sz="1600" b="1" dirty="0">
                <a:solidFill>
                  <a:schemeClr val="bg1"/>
                </a:solidFill>
              </a:rPr>
              <a:t>:</a:t>
            </a:r>
            <a:r>
              <a:rPr lang="zh-TW" altLang="en-US" sz="1600" b="1" dirty="0">
                <a:solidFill>
                  <a:schemeClr val="bg1"/>
                </a:solidFill>
              </a:rPr>
              <a:t> 攻擊改為三叉 持續</a:t>
            </a:r>
            <a:r>
              <a:rPr lang="en-US" altLang="zh-TW" sz="1600" b="1" dirty="0">
                <a:solidFill>
                  <a:schemeClr val="bg1"/>
                </a:solidFill>
              </a:rPr>
              <a:t>10</a:t>
            </a:r>
            <a:r>
              <a:rPr lang="zh-TW" altLang="en-US" sz="1600" b="1" dirty="0">
                <a:solidFill>
                  <a:schemeClr val="bg1"/>
                </a:solidFill>
              </a:rPr>
              <a:t>秒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2F57A4-42E3-4B2E-816A-A6937402AB2F}"/>
              </a:ext>
            </a:extLst>
          </p:cNvPr>
          <p:cNvSpPr/>
          <p:nvPr/>
        </p:nvSpPr>
        <p:spPr>
          <a:xfrm>
            <a:off x="6624917" y="5665694"/>
            <a:ext cx="5029199" cy="2913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600" b="1" dirty="0">
                <a:solidFill>
                  <a:schemeClr val="bg1"/>
                </a:solidFill>
              </a:rPr>
              <a:t>召喚</a:t>
            </a:r>
            <a:r>
              <a:rPr lang="en-US" altLang="zh-TW" sz="1600" b="1" dirty="0">
                <a:solidFill>
                  <a:schemeClr val="bg1"/>
                </a:solidFill>
              </a:rPr>
              <a:t>:</a:t>
            </a:r>
            <a:r>
              <a:rPr lang="zh-TW" altLang="en-US" sz="1600" b="1" dirty="0">
                <a:solidFill>
                  <a:schemeClr val="bg1"/>
                </a:solidFill>
              </a:rPr>
              <a:t> 召喚隨機小弟 每次兩波 </a:t>
            </a:r>
            <a:r>
              <a:rPr lang="en-US" altLang="zh-TW" sz="1600" b="1" dirty="0">
                <a:solidFill>
                  <a:schemeClr val="bg1"/>
                </a:solidFill>
              </a:rPr>
              <a:t>(</a:t>
            </a:r>
            <a:r>
              <a:rPr lang="zh-TW" altLang="en-US" sz="1600" b="1" dirty="0">
                <a:solidFill>
                  <a:schemeClr val="bg1"/>
                </a:solidFill>
              </a:rPr>
              <a:t>共</a:t>
            </a:r>
            <a:r>
              <a:rPr lang="en-US" altLang="zh-TW" sz="1600" b="1" dirty="0">
                <a:solidFill>
                  <a:schemeClr val="bg1"/>
                </a:solidFill>
              </a:rPr>
              <a:t>5</a:t>
            </a:r>
            <a:r>
              <a:rPr lang="zh-TW" altLang="en-US" sz="1600" b="1" dirty="0">
                <a:solidFill>
                  <a:schemeClr val="bg1"/>
                </a:solidFill>
              </a:rPr>
              <a:t>秒</a:t>
            </a:r>
            <a:r>
              <a:rPr lang="en-US" altLang="zh-TW" sz="1600" b="1" dirty="0">
                <a:solidFill>
                  <a:schemeClr val="bg1"/>
                </a:solidFill>
              </a:rPr>
              <a:t>)</a:t>
            </a:r>
            <a:endParaRPr lang="zh-TW" alt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AF41FA-9908-4E59-A9D0-1F21AFF2B128}"/>
              </a:ext>
            </a:extLst>
          </p:cNvPr>
          <p:cNvSpPr/>
          <p:nvPr/>
        </p:nvSpPr>
        <p:spPr>
          <a:xfrm>
            <a:off x="6624918" y="5957046"/>
            <a:ext cx="50292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600" b="1" dirty="0">
                <a:solidFill>
                  <a:schemeClr val="bg1"/>
                </a:solidFill>
              </a:rPr>
              <a:t>彈幕煉獄</a:t>
            </a:r>
            <a:r>
              <a:rPr lang="en-US" altLang="zh-TW" sz="1600" b="1" dirty="0">
                <a:solidFill>
                  <a:schemeClr val="bg1"/>
                </a:solidFill>
              </a:rPr>
              <a:t>:</a:t>
            </a:r>
            <a:r>
              <a:rPr lang="zh-TW" altLang="en-US" sz="1600" b="1" dirty="0">
                <a:solidFill>
                  <a:schemeClr val="bg1"/>
                </a:solidFill>
              </a:rPr>
              <a:t> 停止攻擊 </a:t>
            </a:r>
            <a:r>
              <a:rPr lang="en-US" altLang="zh-TW" sz="1600" b="1" dirty="0">
                <a:solidFill>
                  <a:schemeClr val="bg1"/>
                </a:solidFill>
              </a:rPr>
              <a:t>5</a:t>
            </a:r>
            <a:r>
              <a:rPr lang="zh-TW" altLang="en-US" sz="1600" b="1" dirty="0">
                <a:solidFill>
                  <a:schemeClr val="bg1"/>
                </a:solidFill>
              </a:rPr>
              <a:t>秒後 召喚</a:t>
            </a:r>
            <a:r>
              <a:rPr lang="en-US" altLang="zh-TW" sz="1600" b="1" dirty="0">
                <a:solidFill>
                  <a:schemeClr val="bg1"/>
                </a:solidFill>
              </a:rPr>
              <a:t>(</a:t>
            </a:r>
            <a:r>
              <a:rPr lang="zh-TW" altLang="en-US" sz="1600" b="1" dirty="0">
                <a:solidFill>
                  <a:schemeClr val="bg1"/>
                </a:solidFill>
              </a:rPr>
              <a:t>由右至左的</a:t>
            </a:r>
            <a:r>
              <a:rPr lang="en-US" altLang="zh-TW" sz="1600" b="1" dirty="0">
                <a:solidFill>
                  <a:schemeClr val="bg1"/>
                </a:solidFill>
              </a:rPr>
              <a:t>)</a:t>
            </a:r>
            <a:r>
              <a:rPr lang="zh-TW" altLang="en-US" sz="1600" b="1" dirty="0">
                <a:solidFill>
                  <a:schemeClr val="bg1"/>
                </a:solidFill>
              </a:rPr>
              <a:t>橫向彈幕</a:t>
            </a:r>
            <a:endParaRPr lang="en-US" altLang="zh-TW" sz="1600" b="1" dirty="0">
              <a:solidFill>
                <a:schemeClr val="bg1"/>
              </a:solidFill>
            </a:endParaRPr>
          </a:p>
          <a:p>
            <a:r>
              <a:rPr lang="en-US" altLang="zh-TW" sz="1600" b="1" dirty="0">
                <a:solidFill>
                  <a:schemeClr val="bg1"/>
                </a:solidFill>
              </a:rPr>
              <a:t>		</a:t>
            </a:r>
            <a:r>
              <a:rPr lang="zh-TW" altLang="en-US" sz="1600" b="1" dirty="0">
                <a:solidFill>
                  <a:schemeClr val="bg1"/>
                </a:solidFill>
              </a:rPr>
              <a:t>每波持續</a:t>
            </a:r>
            <a:r>
              <a:rPr lang="en-US" altLang="zh-TW" sz="1600" b="1" dirty="0">
                <a:solidFill>
                  <a:schemeClr val="bg1"/>
                </a:solidFill>
              </a:rPr>
              <a:t>3</a:t>
            </a:r>
            <a:r>
              <a:rPr lang="zh-TW" altLang="en-US" sz="1600" b="1" dirty="0">
                <a:solidFill>
                  <a:schemeClr val="bg1"/>
                </a:solidFill>
              </a:rPr>
              <a:t>秒 一共</a:t>
            </a:r>
            <a:r>
              <a:rPr lang="en-US" altLang="zh-TW" sz="1600" b="1" dirty="0">
                <a:solidFill>
                  <a:schemeClr val="bg1"/>
                </a:solidFill>
              </a:rPr>
              <a:t>5</a:t>
            </a:r>
            <a:r>
              <a:rPr lang="zh-TW" altLang="en-US" sz="1600" b="1" dirty="0">
                <a:solidFill>
                  <a:schemeClr val="bg1"/>
                </a:solidFill>
              </a:rPr>
              <a:t>波 持續</a:t>
            </a:r>
            <a:r>
              <a:rPr lang="en-US" altLang="zh-TW" sz="1600" b="1" dirty="0">
                <a:solidFill>
                  <a:schemeClr val="bg1"/>
                </a:solidFill>
              </a:rPr>
              <a:t>15</a:t>
            </a:r>
            <a:r>
              <a:rPr lang="zh-TW" altLang="en-US" sz="1600" b="1" dirty="0">
                <a:solidFill>
                  <a:schemeClr val="bg1"/>
                </a:solidFill>
              </a:rPr>
              <a:t>秒 共</a:t>
            </a:r>
            <a:r>
              <a:rPr lang="en-US" altLang="zh-TW" sz="1600" b="1" dirty="0">
                <a:solidFill>
                  <a:schemeClr val="bg1"/>
                </a:solidFill>
              </a:rPr>
              <a:t>20</a:t>
            </a:r>
            <a:r>
              <a:rPr lang="zh-TW" altLang="en-US" sz="1600" b="1" dirty="0">
                <a:solidFill>
                  <a:schemeClr val="bg1"/>
                </a:solidFill>
              </a:rPr>
              <a:t>秒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270B0A3-F770-4682-90FF-7ADF97525FD7}"/>
              </a:ext>
            </a:extLst>
          </p:cNvPr>
          <p:cNvSpPr txBox="1"/>
          <p:nvPr/>
        </p:nvSpPr>
        <p:spPr>
          <a:xfrm>
            <a:off x="1103312" y="1683586"/>
            <a:ext cx="3244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玩家每個攻擊為 </a:t>
            </a:r>
            <a:r>
              <a:rPr lang="en-US" altLang="zh-TW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</a:t>
            </a:r>
            <a:r>
              <a:rPr lang="zh-TW" alt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❤️</a:t>
            </a:r>
          </a:p>
        </p:txBody>
      </p:sp>
    </p:spTree>
    <p:extLst>
      <p:ext uri="{BB962C8B-B14F-4D97-AF65-F5344CB8AC3E}">
        <p14:creationId xmlns:p14="http://schemas.microsoft.com/office/powerpoint/2010/main" val="614428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5130AF0-BC10-4A39-B927-83C49205D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656" y="1853248"/>
            <a:ext cx="9802593" cy="4286848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DEB306D-C271-4026-8F13-165BBAA6D1FF}"/>
              </a:ext>
            </a:extLst>
          </p:cNvPr>
          <p:cNvSpPr txBox="1"/>
          <p:nvPr/>
        </p:nvSpPr>
        <p:spPr>
          <a:xfrm>
            <a:off x="1130206" y="2024245"/>
            <a:ext cx="3244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玩家每個攻擊為 </a:t>
            </a:r>
            <a:r>
              <a:rPr lang="en-US" altLang="zh-TW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</a:t>
            </a:r>
            <a:r>
              <a:rPr lang="zh-TW" alt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❤️</a:t>
            </a:r>
          </a:p>
        </p:txBody>
      </p:sp>
    </p:spTree>
    <p:extLst>
      <p:ext uri="{BB962C8B-B14F-4D97-AF65-F5344CB8AC3E}">
        <p14:creationId xmlns:p14="http://schemas.microsoft.com/office/powerpoint/2010/main" val="39081610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離子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</TotalTime>
  <Words>128</Words>
  <Application>Microsoft Office PowerPoint</Application>
  <PresentationFormat>寬螢幕</PresentationFormat>
  <Paragraphs>11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新細明體</vt:lpstr>
      <vt:lpstr>Arial</vt:lpstr>
      <vt:lpstr>Arial Rounded MT Bold</vt:lpstr>
      <vt:lpstr>Century Gothic</vt:lpstr>
      <vt:lpstr>Wingdings 3</vt:lpstr>
      <vt:lpstr>離子</vt:lpstr>
      <vt:lpstr>遊戲設計期中遊戲說明 遊戲名: Ouo大戰貓咪</vt:lpstr>
      <vt:lpstr>遊戲說明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遊戲設計期中遊戲說明 遊戲名: 植物?大戰貓咪</dc:title>
  <dc:creator>Peter Wang</dc:creator>
  <cp:lastModifiedBy>Peter Wang</cp:lastModifiedBy>
  <cp:revision>4</cp:revision>
  <dcterms:created xsi:type="dcterms:W3CDTF">2025-11-18T06:38:48Z</dcterms:created>
  <dcterms:modified xsi:type="dcterms:W3CDTF">2025-11-18T07:25:04Z</dcterms:modified>
</cp:coreProperties>
</file>